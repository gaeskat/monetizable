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493776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</a:rPr>
              <a:t>SILENCED SAINTS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22960"/>
            <a:ext cx="61904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8C5A1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55648"/>
            <a:ext cx="6766560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The Man Who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Pulled Down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the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517136"/>
            <a:ext cx="6190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Samson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5084064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</a:rPr>
              <a:t>Judges 16:4–31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87044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9AB90"/>
                </a:solidFill>
                <a:latin typeface="Candara"/>
              </a:rPr>
              <a:t>A SERMON FOR THE PULPIT · 55–60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153912"/>
            <a:ext cx="61904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01 ·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16:4–31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673352"/>
            <a:ext cx="1074420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Samson pulled down the house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and died in the rubble.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Jesus rose from 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4398264"/>
            <a:ext cx="7808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Strength was never the point. The source was.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02 · THE GIFT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13–15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Set apart before he was born.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Nazirite from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womb.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Uncut hair.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 visible vow.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Spirit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of the LORD.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Right 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his own eyes.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288536"/>
            <a:ext cx="10744200" cy="12161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10131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The gift was real.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The Giver was forgotten.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733288"/>
            <a:ext cx="780897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A15E"/>
                </a:solidFill>
                <a:latin typeface="Candara"/>
              </a:rPr>
              <a:t>The sign is not the source.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03 · THE SECRET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16:4–17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ECDC"/>
                </a:solidFill>
                <a:latin typeface="Georgia"/>
              </a:rPr>
              <a:t>Three lies and one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JUDGES 16:7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Seven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bowstrings.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snaps them like thread.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JUDGES 16:11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New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ropes.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breaks them like thread.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JUDGES 16:17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All his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heart.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tells her the secret.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55464"/>
            <a:ext cx="10744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He guarded the secret.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He forgot the 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04 · THE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16:5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A secret with a price tag.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457200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600" b="0">
                <a:solidFill>
                  <a:srgbClr val="C8A15E"/>
                </a:solidFill>
                <a:latin typeface="Georgia"/>
              </a:rPr>
              <a:t>5,500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43799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pieces of 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84064"/>
            <a:ext cx="4379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AB90"/>
                </a:solidFill>
                <a:latin typeface="Candara"/>
              </a:rPr>
              <a:t>five lords · 1,100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10512"/>
            <a:ext cx="575157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ECDC"/>
                </a:solidFill>
                <a:latin typeface="Candara"/>
              </a:rPr>
              <a:t>The Philistines did not want Samson dead. They wanted to know where his strength came from. The price was not for his head. It was for his secret.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712463"/>
            <a:ext cx="5751576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They did not want his head. They wanted his secret.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9528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Georgia"/>
              </a:rPr>
              <a:t>The secret was never in his hair. It was in the LORD.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05 · THE 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16:20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He did not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5138928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4ECDC"/>
                </a:solidFill>
                <a:latin typeface="Georgia"/>
              </a:rPr>
              <a:t>“I will go out as at other times and shake myself free.” But he did not know that the LORD had left him.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447288"/>
            <a:ext cx="5138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JUDGES 16:20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810512"/>
            <a:ext cx="5184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The old motions. The old assumption.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971800"/>
            <a:ext cx="51846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AB90"/>
                </a:solidFill>
                <a:latin typeface="Candara"/>
              </a:rPr>
              <a:t>He reached for the strength and found only his own arm. The source had gone.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HAIR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cut in the dark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LORD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gone before he knew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6986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C5A1"/>
                </a:solidFill>
                <a:latin typeface="Candara"/>
              </a:rPr>
              <a:t>The most dangerous sentence in the story: “as at other times.”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06 · THE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16:30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10512"/>
            <a:ext cx="10744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7F8B9F"/>
                </a:solidFill>
                <a:latin typeface="Georgia"/>
              </a:rPr>
              <a:t>The temple fell.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044952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8A15E"/>
                </a:solidFill>
                <a:latin typeface="Georgia"/>
              </a:rPr>
              <a:t>So did 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66344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He killed more in his death than in his life. It is a body count, not a trophy.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07 · THE GOSPEL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2:19–22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6233A"/>
                </a:solidFill>
                <a:latin typeface="Georgia"/>
              </a:rPr>
              <a:t>“Destroy this temple, and in three days I will raise it up.”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JOHN 2:19–22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35640" y="2487168"/>
            <a:ext cx="73152" cy="1024128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78440" y="2898648"/>
            <a:ext cx="987552" cy="73152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Samson pulled down the house and died.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Jesus let his body be pulled down and rose.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Samson is what we are. Jesus is what we need.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08 · THE TRUE TEMPLE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CORINTHIANS 12:9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6233A"/>
                </a:solidFill>
                <a:latin typeface="Georgia"/>
              </a:rPr>
              <a:t>“My grace is sufficient for you, for my power is made perfect in weakness.”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2 CORINTHIANS 12:9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gospel does not recruit heroes.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It raises the dead.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strongest man died blind. The Son of God went into the dark and came out alive.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09 ·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What do you do with the strength?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Name the gift,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not the muscle.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Spirit was the source. Your strength is a gift to steward, not a self to worship.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Do not confuse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Ministry, knowledge, and reputation are good. They are not the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Tell the truth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about your eyes.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You cannot see your own blind spots alone. Let someone close tell you the truth.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Pray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small prayer.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“Remember me” is enough. The thief on the cross prayed it too.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907024"/>
            <a:ext cx="85770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A15E"/>
                </a:solidFill>
                <a:latin typeface="Georgia"/>
              </a:rPr>
              <a:t>The sign is not the source. The routine is not the relationship.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10 ·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16:28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527048"/>
            <a:ext cx="1074420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Come out of the dark.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3904487"/>
            <a:ext cx="87599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Not stronger. Not cleaner. Not with a plan. Just 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138928"/>
            <a:ext cx="95280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Samson died in the dark.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Jesus rose in the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4.png"/>
          <p:cNvPicPr>
            <a:picLocks noChangeAspect="1"/>
          </p:cNvPicPr>
          <p:nvPr/>
        </p:nvPicPr>
        <p:blipFill>
          <a:blip r:embed="rId2"/>
          <a:srcRect l="31131" r="3113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4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493776"/>
            <a:ext cx="9528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15E"/>
                </a:solidFill>
                <a:latin typeface="Candara"/>
              </a:rPr>
              <a:t>SILENCED SAINTS · PREACH THE FORGOTTEN · SERMON KIT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673352"/>
            <a:ext cx="95280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 strongest man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died in the dark.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4251960"/>
            <a:ext cx="95280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8A15E"/>
                </a:solidFill>
                <a:latin typeface="Georgia"/>
              </a:rPr>
              <a:t>The Son of God went in for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4956048"/>
            <a:ext cx="95280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4ECDC"/>
                </a:solidFill>
                <a:latin typeface="Candara"/>
              </a:rPr>
              <a:t>He came out alive. He is still calling people out of the dark.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153912"/>
            <a:ext cx="9528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Man Who Pulled Down the House — Sermon Kit 4: Samson</dc:title>
  <dc:subject>Sermon manuscript for Samson, Sermon Kit 4</dc:subject>
  <dc:creator>Silenced Saints</dc:creator>
  <cp:keywords>Samson, Judges 16, Delilah, strength and weakness, Dagon, Preach the Forgotten, Sermon Kit 4, preaching manuscript, Silenced Saints</cp:keywords>
  <dc:description>Editable preaching manuscript. ESV quotations. One-page outline and small-group guide sold separately in Sermon Kit 4.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Sermon slides</cp:category>
</cp:coreProperties>
</file>