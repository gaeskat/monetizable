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7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kit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0"/>
            <a:ext cx="457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" y="493776"/>
            <a:ext cx="61904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8A15E"/>
                </a:solidFill>
                <a:latin typeface="Candara"/>
              </a:rPr>
              <a:t>SILENCED SAINTS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822960"/>
            <a:ext cx="61904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D8C5A1"/>
                </a:solidFill>
                <a:latin typeface="Candara"/>
              </a:rPr>
              <a:t>PREACH THE FORGOTTEN · SERMON KIT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755648"/>
            <a:ext cx="6766560" cy="2569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600" b="0">
                <a:solidFill>
                  <a:srgbClr val="F4ECDC"/>
                </a:solidFill>
                <a:latin typeface="Georgia"/>
              </a:rPr>
              <a:t>The Valley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600" b="0">
                <a:solidFill>
                  <a:srgbClr val="F4ECDC"/>
                </a:solidFill>
                <a:latin typeface="Georgia"/>
              </a:rPr>
              <a:t>Breathes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4517136"/>
            <a:ext cx="619048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8A15E"/>
                </a:solidFill>
                <a:latin typeface="Georgia"/>
              </a:rPr>
              <a:t>Ezekiel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5084064"/>
            <a:ext cx="61904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ECDC"/>
                </a:solidFill>
                <a:latin typeface="Candara"/>
              </a:rPr>
              <a:t>Ezekiel 37:1–14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5870448"/>
            <a:ext cx="6190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9AB90"/>
                </a:solidFill>
                <a:latin typeface="Candara"/>
              </a:rPr>
              <a:t>A SERMON FOR THE PULPIT · 55–60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6153912"/>
            <a:ext cx="619048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F9AAB"/>
                </a:solidFill>
                <a:latin typeface="Candara"/>
              </a:rPr>
              <a:t>FIRST EDITION ·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01 · THE BIG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EZEKIEL 37:1–14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1673352"/>
            <a:ext cx="10744200" cy="2496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>
                <a:solidFill>
                  <a:srgbClr val="F4ECDC"/>
                </a:solidFill>
                <a:latin typeface="Georgia"/>
              </a:rPr>
              <a:t>A valley of dry bones.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>
                <a:solidFill>
                  <a:srgbClr val="F4ECDC"/>
                </a:solidFill>
                <a:latin typeface="Georgia"/>
              </a:rPr>
              <a:t>A prophet with a word.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>
                <a:solidFill>
                  <a:srgbClr val="F4ECDC"/>
                </a:solidFill>
                <a:latin typeface="Georgia"/>
              </a:rPr>
              <a:t>A God who breathes.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4398264"/>
            <a:ext cx="780897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9AB90"/>
                </a:solidFill>
                <a:latin typeface="Candara"/>
              </a:rPr>
              <a:t>The bones do not try. God speaks, and the dead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02 · THE VALLEY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EZEKIEL 37:1–2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>
                <a:solidFill>
                  <a:srgbClr val="F4ECDC"/>
                </a:solidFill>
                <a:latin typeface="Georgia"/>
              </a:rPr>
              <a:t>The ground was covered with bones.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965960"/>
            <a:ext cx="24780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249424"/>
            <a:ext cx="247802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The valley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953512"/>
            <a:ext cx="247802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Open.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Nothing hidden.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83864" y="1965960"/>
            <a:ext cx="24780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3864" y="2249424"/>
            <a:ext cx="247802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The bones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3864" y="2953512"/>
            <a:ext cx="247802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Scattered.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On the surface.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1965960"/>
            <a:ext cx="24780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249424"/>
            <a:ext cx="247802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The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2953512"/>
            <a:ext cx="247802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Very many.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A nation-sized death.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1965960"/>
            <a:ext cx="24780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249424"/>
            <a:ext cx="2478024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The dryness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953512"/>
            <a:ext cx="2478024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Very dry.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No life left.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" y="4288536"/>
            <a:ext cx="10744200" cy="1216152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507992"/>
            <a:ext cx="1013155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233A"/>
                </a:solidFill>
                <a:latin typeface="Georgia"/>
              </a:rPr>
              <a:t>No mourners. No names.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233A"/>
                </a:solidFill>
                <a:latin typeface="Georgia"/>
              </a:rPr>
              <a:t>Only bones, and a question.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" y="5733288"/>
            <a:ext cx="780897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8A15E"/>
                </a:solidFill>
                <a:latin typeface="Candara"/>
              </a:rPr>
              <a:t>A battlefield without an army.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03 · 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EZEKIEL 37:3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>
                <a:solidFill>
                  <a:srgbClr val="F4ECDC"/>
                </a:solidFill>
                <a:latin typeface="Georgia"/>
              </a:rPr>
              <a:t>Can these bones live?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810512"/>
            <a:ext cx="34290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057400"/>
            <a:ext cx="34290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8C5A1"/>
                </a:solidFill>
                <a:latin typeface="Candara"/>
              </a:rPr>
              <a:t>THE OPTIMIST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340864"/>
            <a:ext cx="34290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4ECDC"/>
                </a:solidFill>
                <a:latin typeface="Georgia"/>
              </a:rPr>
              <a:t>We can fix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730752"/>
            <a:ext cx="3429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The answer in our hands.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9976" y="1810512"/>
            <a:ext cx="34290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9976" y="2057400"/>
            <a:ext cx="34290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8C5A1"/>
                </a:solidFill>
                <a:latin typeface="Candara"/>
              </a:rPr>
              <a:t>THE PESSIMIST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976" y="2340864"/>
            <a:ext cx="34290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4ECDC"/>
                </a:solidFill>
                <a:latin typeface="Georgia"/>
              </a:rPr>
              <a:t>It is over.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3730752"/>
            <a:ext cx="3429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The sentence in our hands.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7575" y="1810512"/>
            <a:ext cx="342900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7575" y="2057400"/>
            <a:ext cx="34290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8C5A1"/>
                </a:solidFill>
                <a:latin typeface="Candara"/>
              </a:rPr>
              <a:t>THE PROPHET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7575" y="2340864"/>
            <a:ext cx="34290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4ECDC"/>
                </a:solidFill>
                <a:latin typeface="Georgia"/>
              </a:rPr>
              <a:t>You know.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7575" y="3730752"/>
            <a:ext cx="3429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The answer in God’s hands.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855464"/>
            <a:ext cx="1074420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The question is a mirror.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4ECDC"/>
                </a:solidFill>
                <a:latin typeface="Georgia"/>
              </a:rPr>
              <a:t>Faith hands God the impossible.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04 · THE 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EZEKIEL 37:4–6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4ECDC"/>
                </a:solidFill>
                <a:latin typeface="Georgia"/>
              </a:rPr>
              <a:t>God speaks to what cannot hear.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719072"/>
            <a:ext cx="4572000" cy="285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>
                <a:solidFill>
                  <a:srgbClr val="C8A15E"/>
                </a:solidFill>
                <a:latin typeface="Georgia"/>
              </a:rPr>
              <a:t>I WILL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572000"/>
            <a:ext cx="437997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F4ECDC"/>
                </a:solidFill>
                <a:latin typeface="Georgia"/>
              </a:rPr>
              <a:t>the subject of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84064"/>
            <a:ext cx="437997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9AB90"/>
                </a:solidFill>
                <a:latin typeface="Candara"/>
              </a:rPr>
              <a:t>The dead live because He speaks.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810512"/>
            <a:ext cx="5751576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4ECDC"/>
                </a:solidFill>
                <a:latin typeface="Candara"/>
              </a:rPr>
              <a:t>The prophet supplies the voice, not the life. Bone comes to bone, sinew to sinew, flesh to flesh, skin to skin. Then the valley goes quiet: the body is assembled, but there is no breath.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3712463"/>
            <a:ext cx="5751576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8A15E"/>
                </a:solidFill>
                <a:latin typeface="Georgia"/>
              </a:rPr>
              <a:t>“O dry bones, hear the word of the LORD.”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5806440"/>
            <a:ext cx="95280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9AB90"/>
                </a:solidFill>
                <a:latin typeface="Georgia"/>
              </a:rPr>
              <a:t>The word builds a body. Only the Spirit gives breath.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05 · THE PAUSE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EZEKIEL 37:8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4ECDC"/>
                </a:solidFill>
                <a:latin typeface="Georgia"/>
              </a:rPr>
              <a:t>Is an assembled body alive?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719072"/>
            <a:ext cx="5138928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4ECDC"/>
                </a:solidFill>
                <a:latin typeface="Georgia"/>
              </a:rPr>
              <a:t>“We have the structure. Isn’t that enough?”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3447288"/>
            <a:ext cx="51389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THE OBJECTION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91072" y="1810512"/>
            <a:ext cx="518464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C8A15E"/>
                </a:solidFill>
                <a:latin typeface="Georgia"/>
              </a:rPr>
              <a:t>The bones came together. There was no breath in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2971800"/>
            <a:ext cx="5184648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9AB90"/>
                </a:solidFill>
                <a:latin typeface="Candara"/>
              </a:rPr>
              <a:t>Organization is not resurrection.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" y="3712463"/>
            <a:ext cx="5184648" cy="1901952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941063"/>
            <a:ext cx="46451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A5836"/>
                </a:solidFill>
                <a:latin typeface="Candara"/>
              </a:rPr>
              <a:t>THE BODY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169663"/>
            <a:ext cx="4645152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0">
                <a:solidFill>
                  <a:srgbClr val="16233A"/>
                </a:solidFill>
                <a:latin typeface="Georgia"/>
              </a:rPr>
              <a:t>FORMED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5349240"/>
            <a:ext cx="46451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A5836"/>
                </a:solidFill>
                <a:latin typeface="Candara"/>
              </a:rPr>
              <a:t>and still dead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3712463"/>
            <a:ext cx="5184648" cy="1901952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3941063"/>
            <a:ext cx="46451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A5836"/>
                </a:solidFill>
                <a:latin typeface="Candara"/>
              </a:rPr>
              <a:t>THE SPIRIT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4169663"/>
            <a:ext cx="4645152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0">
                <a:solidFill>
                  <a:srgbClr val="16233A"/>
                </a:solidFill>
                <a:latin typeface="Georgia"/>
              </a:rPr>
              <a:t>BREATH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5349240"/>
            <a:ext cx="46451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A5836"/>
                </a:solidFill>
                <a:latin typeface="Candara"/>
              </a:rPr>
              <a:t>and life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5769864"/>
            <a:ext cx="10744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8C5A1"/>
                </a:solidFill>
                <a:latin typeface="Candara"/>
              </a:rPr>
              <a:t>Do not settle for bones in order.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06 · THE SPIRIT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EZEKIEL 37:9–10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1810512"/>
            <a:ext cx="10744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7F8B9F"/>
                </a:solidFill>
                <a:latin typeface="Georgia"/>
              </a:rPr>
              <a:t>The wind is not 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044952"/>
            <a:ext cx="107442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C8A15E"/>
                </a:solidFill>
                <a:latin typeface="Georgia"/>
              </a:rPr>
              <a:t>The dead are raised.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4663440"/>
            <a:ext cx="9052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B9AB90"/>
                </a:solidFill>
                <a:latin typeface="Candara"/>
              </a:rPr>
              <a:t>The Spirit turns a graveyard into an army.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07 · THE PROMISE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EZEKIEL 37:14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" y="1143000"/>
            <a:ext cx="10744200" cy="2377440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527048"/>
            <a:ext cx="1013155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6233A"/>
                </a:solidFill>
                <a:latin typeface="Georgia"/>
              </a:rPr>
              <a:t>“I will put my Spirit within you, and you shall live, and I will place you in your own land.”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587752"/>
            <a:ext cx="1013155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A5836"/>
                </a:solidFill>
                <a:latin typeface="Candara"/>
              </a:rPr>
              <a:t>EZEKIEL 37:14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835640" y="2487168"/>
            <a:ext cx="73152" cy="1024128"/>
          </a:xfrm>
          <a:prstGeom prst="rect">
            <a:avLst/>
          </a:prstGeom>
          <a:solidFill>
            <a:srgbClr val="C8A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78440" y="2898648"/>
            <a:ext cx="987552" cy="73152"/>
          </a:xfrm>
          <a:prstGeom prst="rect">
            <a:avLst/>
          </a:prstGeom>
          <a:solidFill>
            <a:srgbClr val="C8A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4096512"/>
            <a:ext cx="10744200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A new heart.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8A15E"/>
                </a:solidFill>
                <a:latin typeface="Georgia"/>
              </a:rPr>
              <a:t>A living people.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5623560"/>
            <a:ext cx="90525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9AB90"/>
                </a:solidFill>
                <a:latin typeface="Candara"/>
              </a:rPr>
              <a:t>The graves open because God keeps His word.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08 · THE GREATER RESURRECTION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EPHESIANS 2:4–5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376" y="1143000"/>
            <a:ext cx="10744200" cy="2377440"/>
          </a:xfrm>
          <a:prstGeom prst="rect">
            <a:avLst/>
          </a:prstGeom>
          <a:solidFill>
            <a:srgbClr val="F4E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527048"/>
            <a:ext cx="1013155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16233A"/>
                </a:solidFill>
                <a:latin typeface="Georgia"/>
              </a:rPr>
              <a:t>“Even when we were dead in our trespasses, God made us alive together with Christ.”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587752"/>
            <a:ext cx="1013155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A5836"/>
                </a:solidFill>
                <a:latin typeface="Candara"/>
              </a:rPr>
              <a:t>EPHESIANS 2:4–5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4096512"/>
            <a:ext cx="10744200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Jesus entered the grave.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C8A15E"/>
                </a:solidFill>
                <a:latin typeface="Georgia"/>
              </a:rPr>
              <a:t>He walked out alive.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5623560"/>
            <a:ext cx="90525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9AB90"/>
                </a:solidFill>
                <a:latin typeface="Candara"/>
              </a:rPr>
              <a:t>The empty tomb is the guarantee.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09 · THE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FOUR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914400"/>
            <a:ext cx="10744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4ECDC"/>
                </a:solidFill>
                <a:latin typeface="Georgia"/>
              </a:rPr>
              <a:t>What do you do in the valley?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1810512"/>
            <a:ext cx="51023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057400"/>
            <a:ext cx="5102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Tell God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the truth.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3008376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Lament is faith speaking from the ash heap.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1810512"/>
            <a:ext cx="51023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4224" y="2057400"/>
            <a:ext cx="5102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Stop saving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yourself.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4224" y="3008376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Dead bones cannot raise the dead.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3813048"/>
            <a:ext cx="51023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4059935"/>
            <a:ext cx="5102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Speak the word.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Pray for the wind.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5010912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Word and Spirit. Do both.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3813048"/>
            <a:ext cx="51023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059935"/>
            <a:ext cx="51023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Do not settle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4ECDC"/>
                </a:solidFill>
                <a:latin typeface="Georgia"/>
              </a:rPr>
              <a:t>for a corpse.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5010912"/>
            <a:ext cx="510235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AB90"/>
                </a:solidFill>
                <a:latin typeface="Candara"/>
              </a:rPr>
              <a:t>Order without life is a coffin.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5907024"/>
            <a:ext cx="85770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8A15E"/>
                </a:solidFill>
                <a:latin typeface="Georgia"/>
              </a:rPr>
              <a:t>Grace first. Then obedience.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2376" y="493776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</a:rPr>
              <a:t>10 · THE INVITATION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0" y="493776"/>
            <a:ext cx="415137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F9AAB"/>
                </a:solidFill>
                <a:latin typeface="Candara"/>
              </a:rPr>
              <a:t>JOHN 11:25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1527048"/>
            <a:ext cx="10744200" cy="2093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0">
                <a:solidFill>
                  <a:srgbClr val="F4ECDC"/>
                </a:solidFill>
                <a:latin typeface="Georgia"/>
              </a:rPr>
              <a:t>The valley is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" y="3904487"/>
            <a:ext cx="875995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C8A15E"/>
                </a:solidFill>
                <a:latin typeface="Georgia"/>
              </a:rPr>
              <a:t>God entered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5024" y="5138928"/>
            <a:ext cx="952804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4ECDC"/>
                </a:solidFill>
                <a:latin typeface="Candara"/>
              </a:rPr>
              <a:t>Come to the living Lord.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4ECDC"/>
                </a:solidFill>
                <a:latin typeface="Candara"/>
              </a:rPr>
              <a:t>He is your life.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6437376"/>
            <a:ext cx="66659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48B"/>
                </a:solidFill>
                <a:latin typeface="Candara"/>
              </a:rPr>
              <a:t>PREACH THE FORGOTTEN · SERMON KIT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kit-08.png"/>
          <p:cNvPicPr>
            <a:picLocks noChangeAspect="1"/>
          </p:cNvPicPr>
          <p:nvPr/>
        </p:nvPicPr>
        <p:blipFill>
          <a:blip r:embed="rId2"/>
          <a:srcRect l="31131" r="31131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A1423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35024" y="493776"/>
            <a:ext cx="9528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8A15E"/>
                </a:solidFill>
                <a:latin typeface="Candara"/>
              </a:rPr>
              <a:t>SILENCED SAINTS · PREACH THE FORGOTTEN · SERMON KIT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5024" y="1673352"/>
            <a:ext cx="952804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F4ECDC"/>
                </a:solidFill>
                <a:latin typeface="Georgia"/>
              </a:rPr>
              <a:t>The tomb is empty.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F4ECDC"/>
                </a:solidFill>
                <a:latin typeface="Georgia"/>
              </a:rPr>
              <a:t>The valley breathes.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5024" y="4251960"/>
            <a:ext cx="952804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8A15E"/>
                </a:solidFill>
                <a:latin typeface="Georgia"/>
              </a:rPr>
              <a:t>Can these bones live? Look at the empty tomb.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4956048"/>
            <a:ext cx="9528048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4ECDC"/>
                </a:solidFill>
                <a:latin typeface="Candara"/>
              </a:rPr>
              <a:t>Go and speak to the bones.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6153912"/>
            <a:ext cx="95280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F9AAB"/>
                </a:solidFill>
                <a:latin typeface="Candara"/>
              </a:rPr>
              <a:t>FIRST EDITION ·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9024" y="6437376"/>
            <a:ext cx="987552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Valley Breathes — Sermon Kit 8: Ezekiel</dc:title>
  <dc:subject>Sermon manuscript for Ezekiel, Sermon Kit 8</dc:subject>
  <dc:creator>Silenced Saints</dc:creator>
  <cp:keywords>Ezekiel, Ezekiel 37, valley of dry bones, ruach, resurrection, Spirit, new covenant, sermon, preaching manuscript, Bible sermon, sermon outline, church, pastor, Old Testament, Silenced Saints</cp:keywords>
  <dc:description>Editable preaching manuscript. ESV quotations. One-page outline and small-group guide sold separately in Sermon Kit 8.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Sermon slides</cp:category>
</cp:coreProperties>
</file>