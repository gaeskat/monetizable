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One-Verse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Deliverer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Shamgar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Judges 3:31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One verse.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One goad.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One nation saved.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size of your mention is not the size of your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5:6–8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The roads went quiet.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highways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Abandoned.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 one travels.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villages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Ceased.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Life pulled inward.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weapons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None.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 shield or spear.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cry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Heard.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LORD raises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A nation disarmed.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A God who sees.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Iron held the roads.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4ECDC"/>
                </a:solidFill>
                <a:latin typeface="Georgia"/>
              </a:rPr>
              <a:t>A name from the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3:31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Shamgar.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A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Meaning uncertain.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3:31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Son of Anath.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father.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name at the border.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JUDGES 3:31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After Ehud.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A15E"/>
                </a:solidFill>
                <a:latin typeface="Georgia"/>
              </a:rPr>
              <a:t>The 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One deliverer follows another.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No call scene.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No speech. Just a field.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Six hundred fell.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200" b="0">
                <a:solidFill>
                  <a:srgbClr val="C8A15E"/>
                </a:solidFill>
                <a:latin typeface="Georgia"/>
              </a:rPr>
              <a:t>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Philistines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with an oxgoad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A farmer with an eight-foot pole met a trained column, and the column stopped coming. The text gives a summary, not a battle plan. The point is the disproportion.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also saved Israel.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One man. One tool. One deliverance.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OBJECTION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ONE 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Is one sentence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“One verse is not enough to build a story on.”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THE OBJECTION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But the verse ends with the verdict every judge is measured by.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The record is short. The salvation is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verse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VERDICT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285292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 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The size of your mention is not the size of your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An oxgoad in his hand.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The power of God in his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God uses the tool that is already in the hand of the faithful.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6233A"/>
                </a:solidFill>
                <a:latin typeface="Georgia"/>
              </a:rPr>
              <a:t>“After him was Shamgar the son of Anath, who killed 600 of the Philistines with an oxgoad, and he also saved Israel.”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JUDGES 3:31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record is short.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The salvation is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canon counts verses. Heaven counts deliverance.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GREATER DELIVERER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PHILIPPIANS 2:9–11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6233A"/>
                </a:solidFill>
                <a:latin typeface="Georgia"/>
              </a:rPr>
              <a:t>“God has highly exalted him and bestowed on him the name that is above every name.”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PHILIPPIANS 2:9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Shamgar saved a nation and got one sentence.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Jesus saved the world and was given the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one-verse deliverer points to the Word made flesh.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with one verse?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Work the field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 were given.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field is the platform. Serve where God has placed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Use the tool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in your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skill, a story, a home, a prayer. Offer the ordinary to God.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Refuse the comparison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of mentions.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size of your mention is not the size of your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Trust the God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who sees it 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He sees in secret. His ledger lasts.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One verse is enough when it is held by the God of the whole 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JUDGES 3:31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He also saved Israel.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 Savior still saves.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Not with a sword.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With a cross.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6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One sentence.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One Savior.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The record is short. The salvation is full.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Go and work the field He has given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One-Verse Deliverer — Sermon Kit 6: Shamgar</dc:title>
  <dc:subject>Sermon manuscript for Shamgar, Sermon Kit 6</dc:subject>
  <dc:creator>Silenced Saints</dc:creator>
  <cp:keywords>Shamgar, Judges 3:31, oxgoad, Philistines, Judges 5, one verse, Preach the Forgotten, Sermon Kit 6, preaching manuscript, Silenced Saints</cp:keywords>
  <dc:description>Editable preaching manuscript. ESV quotations. One-page outline and small-group guide sold separately in Sermon Kit 6.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