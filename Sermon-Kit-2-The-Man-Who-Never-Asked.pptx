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4ECDC"/>
                </a:solidFill>
                <a:latin typeface="Georgia"/>
              </a:rPr>
              <a:t>The Man Who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4ECDC"/>
                </a:solidFill>
                <a:latin typeface="Georgia"/>
              </a:rPr>
              <a:t>Never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The Man Born Blind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John 9:1–41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9:1–41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The light comes to the man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who never asked, and goes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looking after him.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light of the world walked toward a man who had no idea he was waiting for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A case file with a heartbeat.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disciples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Whose fault is it?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They want an equation.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Born blind.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Nobody asks him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Watching.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Already deciding.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Jesus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sees a man,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not a problem.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The disciples saw a theological problem.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Jesus saw a 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Grace arrives before the ask.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F4ECDC"/>
                </a:solidFill>
                <a:latin typeface="Georgia"/>
              </a:rPr>
              <a:t>He went. He washed. He came back seeing.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JOHN 9:6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Mud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and dust.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Creator uses dirt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JOHN 9:7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The pool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called 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walks in the dark by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JOHN 9:7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He washed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and saw.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light is not a theory.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He obeyed before he understood.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That is what faith looks like in the dark.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pool that is still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>
                <a:solidFill>
                  <a:srgbClr val="C8A15E"/>
                </a:solidFill>
                <a:latin typeface="Georgia"/>
              </a:rPr>
              <a:t>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Siloam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the name means 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He could not see the water or the path. He went because the man who made mud told him to. The pool is real — the tunnel, the inscription, the 2004 discovery. The miracle is still a claim you must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He walked to the pool in the dark. He came back in the light.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The evidence is real. It is not the same thing as faith.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INTERROGATION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9:24–34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room wants a better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“Give glory to God. We know that this man is a sinner.”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JOHN 9:24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They have a doctrine of the man. They do not have his eyes.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The parents go quiet. The neighbors disagree. The man keeps telling the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thing he knows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answers that satisfy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“Whether he is a sinner I do not know. One thing I know: I was blind, now I see.” — John 9:25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The room cast him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Jesus came looking.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Same man. Two verdicts. One of them is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9:35–38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16233A"/>
                </a:solidFill>
                <a:latin typeface="Georgia"/>
              </a:rPr>
              <a:t>“Do you believe in the Son of Man?”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JOHN 9:35</a:t>
            </a:r>
          </a:p>
        </p:txBody>
      </p:sp>
      <p:sp>
        <p:nvSpPr>
          <p:cNvPr id="7" name="Rectangle 6"/>
          <p:cNvSpPr/>
          <p:nvPr/>
        </p:nvSpPr>
        <p:spPr>
          <a:xfrm>
            <a:off x="9948672" y="1719072"/>
            <a:ext cx="73152" cy="2093976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27464" y="2286000"/>
            <a:ext cx="1106424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first face he saw was the face of the one who healed him.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“Lord, I believe.” Worship in the street.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Thrown out of the house of God, he worships the Son of God in the street.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GOSPEL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9:39–41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16233A"/>
                </a:solidFill>
                <a:latin typeface="Georgia"/>
              </a:rPr>
              <a:t>“I came into this world for judgment.”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JOHN 9:39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He did not come for the people who got it right.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He came for the people who found out they were blind.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warning at the end of the chapter is for the church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with the light?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Stop writing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case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“Whose fault is it?” is not the first question. Look at the person in front of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Say what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You do not need every answer. Tell the truth about your own eyes.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Go looking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cast-out.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Someone near you was shown the door. Jesus is already outside.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Worship before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 see it 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man believed with a partial Christology and a whole heart.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The light is not a theory. It is a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9:5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Come while it is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Not try harder. Not see better. Come to the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You can tell him what you do not know.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You can say what you do know. You can 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2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They threw him out.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Jesus went looking.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And the man who never asked became a witness.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The light is still walking toward people who have not asked.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Man Who Never Asked — Sermon Kit 2: The Man Born Blind</dc:title>
  <dc:subject>Sermon manuscript for the man born blind, Sermon Kit 2</dc:subject>
  <dc:creator>Silenced Saints</dc:creator>
  <cp:keywords>the man born blind, John 9, Pool of Siloam, one thing I know, Preach the Forgotten, Sermon Kit 2, preaching manuscript, Silenced Saints</cp:keywords>
  <dc:description>Editable preaching manuscript. ESV quotations. One-page outline and small-group guide sold separately in Sermon Kit 2.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