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72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-kit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952" y="0"/>
            <a:ext cx="457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22376" y="493776"/>
            <a:ext cx="619048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8A15E"/>
                </a:solidFill>
                <a:latin typeface="Candara"/>
              </a:rPr>
              <a:t>SILENCED SAINTS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22960"/>
            <a:ext cx="61904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D8C5A1"/>
                </a:solidFill>
                <a:latin typeface="Candara"/>
              </a:rPr>
              <a:t>PREACH THE FORGOTTEN · SERMON KIT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1755648"/>
            <a:ext cx="6766560" cy="2569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7200" b="0">
                <a:solidFill>
                  <a:srgbClr val="F4ECDC"/>
                </a:solidFill>
                <a:latin typeface="Georgia"/>
              </a:rPr>
              <a:t>The Weightless</a:t>
            </a:r>
          </a:p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7200" b="0">
                <a:solidFill>
                  <a:srgbClr val="F4ECDC"/>
                </a:solidFill>
                <a:latin typeface="Georgia"/>
              </a:rPr>
              <a:t>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4517136"/>
            <a:ext cx="619048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C8A15E"/>
                </a:solidFill>
                <a:latin typeface="Georgia"/>
              </a:rPr>
              <a:t>Belshazzar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5084064"/>
            <a:ext cx="619048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4ECDC"/>
                </a:solidFill>
                <a:latin typeface="Candara"/>
              </a:rPr>
              <a:t>Daniel 5:1–31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5870448"/>
            <a:ext cx="61904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B9AB90"/>
                </a:solidFill>
                <a:latin typeface="Candara"/>
              </a:rPr>
              <a:t>A SERMON FOR THE PULPIT · 55–60 MINUTES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6153912"/>
            <a:ext cx="61904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F9AAB"/>
                </a:solidFill>
                <a:latin typeface="Candara"/>
              </a:rPr>
              <a:t>FIRST EDITION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93776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8A15E"/>
                </a:solidFill>
                <a:latin typeface="Candara"/>
              </a:rPr>
              <a:t>01 · THE BIG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0" y="493776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F9AAB"/>
                </a:solidFill>
                <a:latin typeface="Candara"/>
              </a:rPr>
              <a:t>DANIEL 5:1–31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1673352"/>
            <a:ext cx="10744200" cy="2496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200" b="0">
                <a:solidFill>
                  <a:srgbClr val="F4ECDC"/>
                </a:solidFill>
                <a:latin typeface="Georgia"/>
              </a:rPr>
              <a:t>A king held the vessels of God.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200" b="0">
                <a:solidFill>
                  <a:srgbClr val="F4ECDC"/>
                </a:solidFill>
                <a:latin typeface="Georgia"/>
              </a:rPr>
              <a:t>The God who held his breath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200" b="0">
                <a:solidFill>
                  <a:srgbClr val="F4ECDC"/>
                </a:solidFill>
                <a:latin typeface="Georgia"/>
              </a:rPr>
              <a:t>wrote the sentence.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4398264"/>
            <a:ext cx="780897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9AB90"/>
                </a:solidFill>
                <a:latin typeface="Candara"/>
              </a:rPr>
              <a:t>The room was full of gold. The scale was empty.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6437376"/>
            <a:ext cx="66659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6748B"/>
                </a:solidFill>
                <a:latin typeface="Candara"/>
              </a:rPr>
              <a:t>PREACH THE FORGOTTEN · SERMON KIT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9024" y="6437376"/>
            <a:ext cx="9875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8A15E"/>
                </a:solidFill>
                <a:latin typeface="Candara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93776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8A15E"/>
                </a:solidFill>
                <a:latin typeface="Candara"/>
              </a:rPr>
              <a:t>02 · THE FEAST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0" y="493776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F9AAB"/>
                </a:solidFill>
                <a:latin typeface="Candara"/>
              </a:rPr>
              <a:t>DANIEL 5:1–4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914400"/>
            <a:ext cx="10744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>
                <a:solidFill>
                  <a:srgbClr val="F4ECDC"/>
                </a:solidFill>
                <a:latin typeface="Georgia"/>
              </a:rPr>
              <a:t>A party with God’s cups.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965960"/>
            <a:ext cx="24780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8A15E"/>
                </a:solidFill>
                <a:latin typeface="Candar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249424"/>
            <a:ext cx="2478024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F4ECDC"/>
                </a:solidFill>
                <a:latin typeface="Georgia"/>
              </a:rPr>
              <a:t>The 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953512"/>
            <a:ext cx="2478024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A host with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something to prove.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83864" y="1965960"/>
            <a:ext cx="24780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8A15E"/>
                </a:solidFill>
                <a:latin typeface="Candara"/>
              </a:rPr>
              <a:t>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3864" y="2249424"/>
            <a:ext cx="2478024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F4ECDC"/>
                </a:solidFill>
                <a:latin typeface="Georgia"/>
              </a:rPr>
              <a:t>The lords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83864" y="2953512"/>
            <a:ext cx="2478024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A thousand witnesses.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No one tells the truth.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5352" y="1965960"/>
            <a:ext cx="24780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8A15E"/>
                </a:solidFill>
                <a:latin typeface="Candara"/>
              </a:rPr>
              <a:t>III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5352" y="2249424"/>
            <a:ext cx="2478024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F4ECDC"/>
                </a:solidFill>
                <a:latin typeface="Georgia"/>
              </a:rPr>
              <a:t>The vessels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352" y="2953512"/>
            <a:ext cx="2478024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Holy cups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turned to barware.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6840" y="1965960"/>
            <a:ext cx="24780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8A15E"/>
                </a:solidFill>
                <a:latin typeface="Candara"/>
              </a:rPr>
              <a:t>IV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2249424"/>
            <a:ext cx="2478024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F4ECDC"/>
                </a:solidFill>
                <a:latin typeface="Georgia"/>
              </a:rPr>
              <a:t>The gods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953512"/>
            <a:ext cx="2478024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Gold, silver, wood.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They cannot see.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" y="4288536"/>
            <a:ext cx="10744200" cy="1216152"/>
          </a:xfrm>
          <a:prstGeom prst="rect">
            <a:avLst/>
          </a:prstGeom>
          <a:solidFill>
            <a:srgbClr val="F4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507992"/>
            <a:ext cx="1013155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6233A"/>
                </a:solidFill>
                <a:latin typeface="Georgia"/>
              </a:rPr>
              <a:t>A vessel carries the treasure.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6233A"/>
                </a:solidFill>
                <a:latin typeface="Georgia"/>
              </a:rPr>
              <a:t>A trophy displays the owner.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" y="5733288"/>
            <a:ext cx="7808975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8A15E"/>
                </a:solidFill>
                <a:latin typeface="Candara"/>
              </a:rPr>
              <a:t>The sacred became decoration.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6437376"/>
            <a:ext cx="66659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6748B"/>
                </a:solidFill>
                <a:latin typeface="Candara"/>
              </a:rPr>
              <a:t>PREACH THE FORGOTTEN · SERMON KIT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9024" y="6437376"/>
            <a:ext cx="9875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8A15E"/>
                </a:solidFill>
                <a:latin typeface="Candara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93776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8A15E"/>
                </a:solidFill>
                <a:latin typeface="Candara"/>
              </a:rPr>
              <a:t>03 · THE HAND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0" y="493776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F9AAB"/>
                </a:solidFill>
                <a:latin typeface="Candara"/>
              </a:rPr>
              <a:t>DANIEL 5:5–6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914400"/>
            <a:ext cx="10744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F4ECDC"/>
                </a:solidFill>
                <a:latin typeface="Georgia"/>
              </a:rPr>
              <a:t>The room went silent.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810512"/>
            <a:ext cx="34290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8A15E"/>
                </a:solidFill>
                <a:latin typeface="Candar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57400"/>
            <a:ext cx="34290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8C5A1"/>
                </a:solidFill>
                <a:latin typeface="Candara"/>
              </a:rPr>
              <a:t>DANIEL 5:5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340864"/>
            <a:ext cx="34290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F4ECDC"/>
                </a:solidFill>
                <a:latin typeface="Georgia"/>
              </a:rPr>
              <a:t>A human hand.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C8A15E"/>
                </a:solidFill>
                <a:latin typeface="Georgia"/>
              </a:rPr>
              <a:t>No warning.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730752"/>
            <a:ext cx="34290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The God who is spirit writes with fingers.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9976" y="1810512"/>
            <a:ext cx="34290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8A15E"/>
                </a:solidFill>
                <a:latin typeface="Candara"/>
              </a:rPr>
              <a:t>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79976" y="2057400"/>
            <a:ext cx="34290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8C5A1"/>
                </a:solidFill>
                <a:latin typeface="Candara"/>
              </a:rPr>
              <a:t>DANIEL 5:5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9976" y="2340864"/>
            <a:ext cx="34290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F4ECDC"/>
                </a:solidFill>
                <a:latin typeface="Georgia"/>
              </a:rPr>
              <a:t>Opposite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C8A15E"/>
                </a:solidFill>
                <a:latin typeface="Georgia"/>
              </a:rPr>
              <a:t>the lampstand.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9976" y="3730752"/>
            <a:ext cx="34290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In the light, where no one could miss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5" y="1810512"/>
            <a:ext cx="34290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8A15E"/>
                </a:solidFill>
                <a:latin typeface="Candara"/>
              </a:rPr>
              <a:t>III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7575" y="2057400"/>
            <a:ext cx="34290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8C5A1"/>
                </a:solidFill>
                <a:latin typeface="Candara"/>
              </a:rPr>
              <a:t>DANIEL 5:6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37575" y="2340864"/>
            <a:ext cx="34290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F4ECDC"/>
                </a:solidFill>
                <a:latin typeface="Georgia"/>
              </a:rPr>
              <a:t>His color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C8A15E"/>
                </a:solidFill>
                <a:latin typeface="Georgia"/>
              </a:rPr>
              <a:t>drained.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7575" y="3730752"/>
            <a:ext cx="34290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The king’s body preached the truth.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855464"/>
            <a:ext cx="10744200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F4ECDC"/>
                </a:solidFill>
                <a:latin typeface="Georgia"/>
              </a:rPr>
              <a:t>The room that owned the night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F4ECDC"/>
                </a:solidFill>
                <a:latin typeface="Georgia"/>
              </a:rPr>
              <a:t>could not hold its king upright.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" y="6437376"/>
            <a:ext cx="66659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6748B"/>
                </a:solidFill>
                <a:latin typeface="Candara"/>
              </a:rPr>
              <a:t>PREACH THE FORGOTTEN · SERMON KIT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9024" y="6437376"/>
            <a:ext cx="9875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8A15E"/>
                </a:solidFill>
                <a:latin typeface="Candara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93776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8A15E"/>
                </a:solidFill>
                <a:latin typeface="Candara"/>
              </a:rPr>
              <a:t>04 · THE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0" y="493776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F9AAB"/>
                </a:solidFill>
                <a:latin typeface="Candara"/>
              </a:rPr>
              <a:t>DANIEL 5:27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914400"/>
            <a:ext cx="10744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>
                <a:solidFill>
                  <a:srgbClr val="F4ECDC"/>
                </a:solidFill>
                <a:latin typeface="Georgia"/>
              </a:rPr>
              <a:t>The scale no gold could tip.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719072"/>
            <a:ext cx="4572000" cy="285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200" b="0">
                <a:solidFill>
                  <a:srgbClr val="C8A15E"/>
                </a:solidFill>
                <a:latin typeface="Georgia"/>
              </a:rPr>
              <a:t>TEKEL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0"/>
            <a:ext cx="43799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F4ECDC"/>
                </a:solidFill>
                <a:latin typeface="Georgia"/>
              </a:rPr>
              <a:t>weighed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084064"/>
            <a:ext cx="437997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9AB90"/>
                </a:solidFill>
                <a:latin typeface="Candara"/>
              </a:rPr>
              <a:t>and found wanting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0" y="1810512"/>
            <a:ext cx="5751576" cy="1719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4ECDC"/>
                </a:solidFill>
                <a:latin typeface="Candara"/>
              </a:rPr>
              <a:t>The king had a thousand lords, the temple’s gold, and a title. On God’s scale, none of it had weight. The verdict was not “try harder.” It was “found wanting.”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0" y="3712463"/>
            <a:ext cx="5751576" cy="1810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C8A15E"/>
                </a:solidFill>
                <a:latin typeface="Georgia"/>
              </a:rPr>
              <a:t>All the gold in the room had no weight on that scale.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5806440"/>
            <a:ext cx="952804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9AB90"/>
                </a:solidFill>
                <a:latin typeface="Georgia"/>
              </a:rPr>
              <a:t>The sentence was already written before the king knew his name was in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6437376"/>
            <a:ext cx="66659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6748B"/>
                </a:solidFill>
                <a:latin typeface="Candara"/>
              </a:rPr>
              <a:t>PREACH THE FORGOTTEN · SERMON KIT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9024" y="6437376"/>
            <a:ext cx="9875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8A15E"/>
                </a:solidFill>
                <a:latin typeface="Candara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93776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8A15E"/>
                </a:solidFill>
                <a:latin typeface="Candara"/>
              </a:rPr>
              <a:t>05 · THE REFUSAL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0" y="493776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F9AAB"/>
                </a:solidFill>
                <a:latin typeface="Candara"/>
              </a:rPr>
              <a:t>DANIEL 5:17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914400"/>
            <a:ext cx="10744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>
                <a:solidFill>
                  <a:srgbClr val="F4ECDC"/>
                </a:solidFill>
                <a:latin typeface="Georgia"/>
              </a:rPr>
              <a:t>The prophet would not be bought.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719072"/>
            <a:ext cx="5138928" cy="1719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4ECDC"/>
                </a:solidFill>
                <a:latin typeface="Georgia"/>
              </a:rPr>
              <a:t>“Let your gifts be for yourself... Nevertheless, I will read the writing.”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3447288"/>
            <a:ext cx="513892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8A15E"/>
                </a:solidFill>
                <a:latin typeface="Candara"/>
              </a:rPr>
              <a:t>DANIEL 5:17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91072" y="1810512"/>
            <a:ext cx="5184648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C8A15E"/>
                </a:solidFill>
                <a:latin typeface="Georgia"/>
              </a:rPr>
              <a:t>He refused the reward, not the task.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072" y="2971800"/>
            <a:ext cx="5184648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9AB90"/>
                </a:solidFill>
                <a:latin typeface="Candara"/>
              </a:rPr>
              <a:t>The word of God is not a product. The prophet is not a performer.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22376" y="3712463"/>
            <a:ext cx="5184648" cy="1901952"/>
          </a:xfrm>
          <a:prstGeom prst="rect">
            <a:avLst/>
          </a:prstGeom>
          <a:solidFill>
            <a:srgbClr val="F4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941063"/>
            <a:ext cx="464515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A5836"/>
                </a:solidFill>
                <a:latin typeface="Candara"/>
              </a:rPr>
              <a:t>THE 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4169663"/>
            <a:ext cx="2852928" cy="1161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0" b="0">
                <a:solidFill>
                  <a:srgbClr val="16233A"/>
                </a:solidFill>
                <a:latin typeface="Georgia"/>
              </a:rPr>
              <a:t>PURPLE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349240"/>
            <a:ext cx="46451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A5836"/>
                </a:solidFill>
                <a:latin typeface="Candara"/>
              </a:rPr>
              <a:t>a price for the truth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1072" y="3712463"/>
            <a:ext cx="5184648" cy="1901952"/>
          </a:xfrm>
          <a:prstGeom prst="rect">
            <a:avLst/>
          </a:prstGeom>
          <a:solidFill>
            <a:srgbClr val="F4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6248" y="3941063"/>
            <a:ext cx="464515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A5836"/>
                </a:solidFill>
                <a:latin typeface="Candara"/>
              </a:rPr>
              <a:t>DANIEL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4169663"/>
            <a:ext cx="2852928" cy="1161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0" b="0">
                <a:solidFill>
                  <a:srgbClr val="16233A"/>
                </a:solidFill>
                <a:latin typeface="Georgia"/>
              </a:rPr>
              <a:t>FREE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5349240"/>
            <a:ext cx="46451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A5836"/>
                </a:solidFill>
                <a:latin typeface="Candara"/>
              </a:rPr>
              <a:t>nothing left to 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5769864"/>
            <a:ext cx="10744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8C5A1"/>
                </a:solidFill>
                <a:latin typeface="Candara"/>
              </a:rPr>
              <a:t>“Let your gifts be for yourself.” — Daniel 5:17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" y="6437376"/>
            <a:ext cx="66659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6748B"/>
                </a:solidFill>
                <a:latin typeface="Candara"/>
              </a:rPr>
              <a:t>PREACH THE FORGOTTEN · SERMON KIT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9024" y="6437376"/>
            <a:ext cx="9875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8A15E"/>
                </a:solidFill>
                <a:latin typeface="Candara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93776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8A15E"/>
                </a:solidFill>
                <a:latin typeface="Candara"/>
              </a:rPr>
              <a:t>06 · THE 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0" y="493776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F9AAB"/>
                </a:solidFill>
                <a:latin typeface="Candara"/>
              </a:rPr>
              <a:t>DANIEL 5:30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1810512"/>
            <a:ext cx="107442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0">
                <a:solidFill>
                  <a:srgbClr val="7F8B9F"/>
                </a:solidFill>
                <a:latin typeface="Georgia"/>
              </a:rPr>
              <a:t>That very night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3044952"/>
            <a:ext cx="107442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0">
                <a:solidFill>
                  <a:srgbClr val="C8A15E"/>
                </a:solidFill>
                <a:latin typeface="Georgia"/>
              </a:rPr>
              <a:t>the king was killed.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4663440"/>
            <a:ext cx="9052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9AB90"/>
                </a:solidFill>
                <a:latin typeface="Candara"/>
              </a:rPr>
              <a:t>One verse for a funeral.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6437376"/>
            <a:ext cx="66659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6748B"/>
                </a:solidFill>
                <a:latin typeface="Candara"/>
              </a:rPr>
              <a:t>PREACH THE FORGOTTEN · SERMON KIT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9024" y="6437376"/>
            <a:ext cx="9875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8A15E"/>
                </a:solidFill>
                <a:latin typeface="Candara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93776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8A15E"/>
                </a:solidFill>
                <a:latin typeface="Candara"/>
              </a:rPr>
              <a:t>07 · THE GOSPEL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0" y="493776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F9AAB"/>
                </a:solidFill>
                <a:latin typeface="Candara"/>
              </a:rPr>
              <a:t>COLOSSIANS 2:14</a:t>
            </a:r>
          </a:p>
        </p:txBody>
      </p:sp>
      <p:sp>
        <p:nvSpPr>
          <p:cNvPr id="4" name="Rectangle 3"/>
          <p:cNvSpPr/>
          <p:nvPr/>
        </p:nvSpPr>
        <p:spPr>
          <a:xfrm>
            <a:off x="722376" y="1143000"/>
            <a:ext cx="10744200" cy="2377440"/>
          </a:xfrm>
          <a:prstGeom prst="rect">
            <a:avLst/>
          </a:prstGeom>
          <a:solidFill>
            <a:srgbClr val="F4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527048"/>
            <a:ext cx="10131552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>
                <a:solidFill>
                  <a:srgbClr val="16233A"/>
                </a:solidFill>
                <a:latin typeface="Georgia"/>
              </a:rPr>
              <a:t>“This he set aside, nailing it to the cross.”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587752"/>
            <a:ext cx="1013155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6A5836"/>
                </a:solidFill>
                <a:latin typeface="Candara"/>
              </a:rPr>
              <a:t>COLOSSIANS 2:14</a:t>
            </a:r>
          </a:p>
        </p:txBody>
      </p:sp>
      <p:sp>
        <p:nvSpPr>
          <p:cNvPr id="7" name="Rectangle 6"/>
          <p:cNvSpPr/>
          <p:nvPr/>
        </p:nvSpPr>
        <p:spPr>
          <a:xfrm>
            <a:off x="9948672" y="1719072"/>
            <a:ext cx="73152" cy="2093976"/>
          </a:xfrm>
          <a:prstGeom prst="rect">
            <a:avLst/>
          </a:prstGeom>
          <a:solidFill>
            <a:srgbClr val="C8A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427464" y="2286000"/>
            <a:ext cx="1106424" cy="73152"/>
          </a:xfrm>
          <a:prstGeom prst="rect">
            <a:avLst/>
          </a:prstGeom>
          <a:solidFill>
            <a:srgbClr val="C8A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4096512"/>
            <a:ext cx="10744200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4ECDC"/>
                </a:solidFill>
                <a:latin typeface="Georgia"/>
              </a:rPr>
              <a:t>The sentence we deserved fell on him.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C8A15E"/>
                </a:solidFill>
                <a:latin typeface="Georgia"/>
              </a:rPr>
              <a:t>The verdict was not canceled; it was carried.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5623560"/>
            <a:ext cx="905256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B9AB90"/>
                </a:solidFill>
                <a:latin typeface="Candara"/>
              </a:rPr>
              <a:t>The writing on the wall was a sentence. The writing on the cross is a pardon.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6437376"/>
            <a:ext cx="66659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6748B"/>
                </a:solidFill>
                <a:latin typeface="Candara"/>
              </a:rPr>
              <a:t>PREACH THE FORGOTTEN · SERMON KIT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9024" y="6437376"/>
            <a:ext cx="9875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8A15E"/>
                </a:solidFill>
                <a:latin typeface="Candara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93776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8A15E"/>
                </a:solidFill>
                <a:latin typeface="Candara"/>
              </a:rPr>
              <a:t>08 · THE TRUE 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0" y="493776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F9AAB"/>
                </a:solidFill>
                <a:latin typeface="Candara"/>
              </a:rPr>
              <a:t>2 CORINTHIANS 5:21</a:t>
            </a:r>
          </a:p>
        </p:txBody>
      </p:sp>
      <p:sp>
        <p:nvSpPr>
          <p:cNvPr id="4" name="Rectangle 3"/>
          <p:cNvSpPr/>
          <p:nvPr/>
        </p:nvSpPr>
        <p:spPr>
          <a:xfrm>
            <a:off x="722376" y="1143000"/>
            <a:ext cx="10744200" cy="2377440"/>
          </a:xfrm>
          <a:prstGeom prst="rect">
            <a:avLst/>
          </a:prstGeom>
          <a:solidFill>
            <a:srgbClr val="F4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527048"/>
            <a:ext cx="10131552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6233A"/>
                </a:solidFill>
                <a:latin typeface="Georgia"/>
              </a:rPr>
              <a:t>“For our sake he made him to be sin who knew no sin.”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587752"/>
            <a:ext cx="1013155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6A5836"/>
                </a:solidFill>
                <a:latin typeface="Candara"/>
              </a:rPr>
              <a:t>2 CORINTHIANS 5:21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4096512"/>
            <a:ext cx="10744200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4ECDC"/>
                </a:solidFill>
                <a:latin typeface="Georgia"/>
              </a:rPr>
              <a:t>The King who had all weight became weightless for us.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C8A15E"/>
                </a:solidFill>
                <a:latin typeface="Georgia"/>
              </a:rPr>
              <a:t>In him, we are found.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5623560"/>
            <a:ext cx="905256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B9AB90"/>
                </a:solidFill>
                <a:latin typeface="Candara"/>
              </a:rPr>
              <a:t>The scale did not go away. It went to the cross.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6437376"/>
            <a:ext cx="66659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6748B"/>
                </a:solidFill>
                <a:latin typeface="Candara"/>
              </a:rPr>
              <a:t>PREACH THE FORGOTTEN · SERMON KIT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9024" y="6437376"/>
            <a:ext cx="9875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8A15E"/>
                </a:solidFill>
                <a:latin typeface="Candara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93776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8A15E"/>
                </a:solidFill>
                <a:latin typeface="Candara"/>
              </a:rPr>
              <a:t>09 · THE RESPONSE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0" y="493776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F9AAB"/>
                </a:solidFill>
                <a:latin typeface="Candara"/>
              </a:rPr>
              <a:t>FOUR RESPONSES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914400"/>
            <a:ext cx="10744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>
                <a:solidFill>
                  <a:srgbClr val="F4ECDC"/>
                </a:solidFill>
                <a:latin typeface="Georgia"/>
              </a:rPr>
              <a:t>What do you do with the weight?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810512"/>
            <a:ext cx="51023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8A15E"/>
                </a:solidFill>
                <a:latin typeface="Candar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57400"/>
            <a:ext cx="510235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4ECDC"/>
                </a:solidFill>
                <a:latin typeface="Georgia"/>
              </a:rPr>
              <a:t>Stop decorating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4ECDC"/>
                </a:solidFill>
                <a:latin typeface="Georgia"/>
              </a:rPr>
              <a:t>with the sacred.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3008376"/>
            <a:ext cx="510235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The vessels were holy. The party was not. Do not use God’s things for your own glory.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4224" y="1810512"/>
            <a:ext cx="51023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8A15E"/>
                </a:solidFill>
                <a:latin typeface="Candara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4224" y="2057400"/>
            <a:ext cx="510235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4ECDC"/>
                </a:solidFill>
                <a:latin typeface="Georgia"/>
              </a:rPr>
              <a:t>Read the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4ECDC"/>
                </a:solidFill>
                <a:latin typeface="Georgia"/>
              </a:rPr>
              <a:t>handwriting.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4224" y="3008376"/>
            <a:ext cx="510235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You already have warnings, Scripture, and consequences. Do not wait for a hand on the wall.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813048"/>
            <a:ext cx="51023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8A15E"/>
                </a:solidFill>
                <a:latin typeface="Candara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4059935"/>
            <a:ext cx="510235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4ECDC"/>
                </a:solidFill>
                <a:latin typeface="Georgia"/>
              </a:rPr>
              <a:t>Do not buy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4ECDC"/>
                </a:solidFill>
                <a:latin typeface="Georgia"/>
              </a:rPr>
              <a:t>the verdict.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5010912"/>
            <a:ext cx="510235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Purple and gold cannot purchase truth. Come empty-handed.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3813048"/>
            <a:ext cx="51023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8A15E"/>
                </a:solidFill>
                <a:latin typeface="Candara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4059935"/>
            <a:ext cx="510235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4ECDC"/>
                </a:solidFill>
                <a:latin typeface="Georgia"/>
              </a:rPr>
              <a:t>Number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4ECDC"/>
                </a:solidFill>
                <a:latin typeface="Georgia"/>
              </a:rPr>
              <a:t>your days.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5010912"/>
            <a:ext cx="510235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9AB90"/>
                </a:solidFill>
                <a:latin typeface="Candara"/>
              </a:rPr>
              <a:t>The party is not forever. Wisdom weighs the time it has.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5907024"/>
            <a:ext cx="85770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C8A15E"/>
                </a:solidFill>
                <a:latin typeface="Georgia"/>
              </a:rPr>
              <a:t>The scale is not your neighbor’s life. It is the glory of God.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" y="6437376"/>
            <a:ext cx="66659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6748B"/>
                </a:solidFill>
                <a:latin typeface="Candara"/>
              </a:rPr>
              <a:t>PREACH THE FORGOTTEN · SERMON KIT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9024" y="6437376"/>
            <a:ext cx="9875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8A15E"/>
                </a:solidFill>
                <a:latin typeface="Candara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93776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8A15E"/>
                </a:solidFill>
                <a:latin typeface="Candara"/>
              </a:rPr>
              <a:t>10 · THE INVITATION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0" y="493776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F9AAB"/>
                </a:solidFill>
                <a:latin typeface="Candara"/>
              </a:rPr>
              <a:t>DANIEL 5:23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1527048"/>
            <a:ext cx="10744200" cy="2093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0">
                <a:solidFill>
                  <a:srgbClr val="F4ECDC"/>
                </a:solidFill>
                <a:latin typeface="Georgia"/>
              </a:rPr>
              <a:t>Come empty-handed.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3904487"/>
            <a:ext cx="8759952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C8A15E"/>
                </a:solidFill>
                <a:latin typeface="Georgia"/>
              </a:rPr>
              <a:t>Not clean up the party. Not buy the sentence. Come.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5024" y="5138928"/>
            <a:ext cx="9528048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4ECDC"/>
                </a:solidFill>
                <a:latin typeface="Candara"/>
              </a:rPr>
              <a:t>The writing on the wall was a sentence.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4ECDC"/>
                </a:solidFill>
                <a:latin typeface="Candara"/>
              </a:rPr>
              <a:t>The writing on the cross is a pardon.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6437376"/>
            <a:ext cx="66659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6748B"/>
                </a:solidFill>
                <a:latin typeface="Candara"/>
              </a:rPr>
              <a:t>PREACH THE FORGOTTEN · SERMON KIT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9024" y="6437376"/>
            <a:ext cx="9875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8A15E"/>
                </a:solidFill>
                <a:latin typeface="Candara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-kit-03.png"/>
          <p:cNvPicPr>
            <a:picLocks noChangeAspect="1"/>
          </p:cNvPicPr>
          <p:nvPr/>
        </p:nvPicPr>
        <p:blipFill>
          <a:blip r:embed="rId2"/>
          <a:srcRect l="31131" r="31131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1423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35024" y="493776"/>
            <a:ext cx="9528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8A15E"/>
                </a:solidFill>
                <a:latin typeface="Candara"/>
              </a:rPr>
              <a:t>SILENCED SAINTS · PREACH THE FORGOTTEN · SERMON KIT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5024" y="1673352"/>
            <a:ext cx="9528048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0">
                <a:solidFill>
                  <a:srgbClr val="F4ECDC"/>
                </a:solidFill>
                <a:latin typeface="Georgia"/>
              </a:rPr>
              <a:t>The writing on the wall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0">
                <a:solidFill>
                  <a:srgbClr val="F4ECDC"/>
                </a:solidFill>
                <a:latin typeface="Georgia"/>
              </a:rPr>
              <a:t>was a sentence.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5024" y="4251960"/>
            <a:ext cx="952804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C8A15E"/>
                </a:solidFill>
                <a:latin typeface="Georgia"/>
              </a:rPr>
              <a:t>The writing on the cross is a pardon.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4956048"/>
            <a:ext cx="9528048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4ECDC"/>
                </a:solidFill>
                <a:latin typeface="Candara"/>
              </a:rPr>
              <a:t>Do not spend your one life decorating the wrong 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5024" y="6153912"/>
            <a:ext cx="952804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F9AAB"/>
                </a:solidFill>
                <a:latin typeface="Candara"/>
              </a:rPr>
              <a:t>FIRST EDITION · OCTOBER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9024" y="6437376"/>
            <a:ext cx="9875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8A15E"/>
                </a:solidFill>
                <a:latin typeface="Candara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Weightless King — Sermon Kit 3: Belshazzar</dc:title>
  <dc:subject>Sermon manuscript for Belshazzar, Sermon Kit 3</dc:subject>
  <dc:creator>Silenced Saints</dc:creator>
  <cp:keywords>Belshazzar, Daniel 5, writing on the wall, weighed and found wanting, Preach the Forgotten, Sermon Kit 3, preaching manuscript, Silenced Saints</cp:keywords>
  <dc:description>Editable preaching manuscript. ESV quotations. One-page outline and small-group guide sold separately in Sermon Kit 3.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Sermon slides</cp:category>
</cp:coreProperties>
</file>