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4ECDC"/>
                </a:solidFill>
                <a:latin typeface="Georgia"/>
              </a:rPr>
              <a:t>The Weightless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200" b="0">
                <a:solidFill>
                  <a:srgbClr val="F4ECDC"/>
                </a:solidFill>
                <a:latin typeface="Georgia"/>
              </a:rPr>
              <a:t>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Belshazzar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Daniel 5:1–31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5:1–31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king held the vessels of God.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The God who held his breath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wrote the sentence.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room was full of gold. The scale was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FEAST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5:1–4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A party with God’s cups.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host with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something to 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lords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thousand witnesses.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 one tells the truth.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vessels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Holy cups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turned to barware.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gods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Gold, silver, wood.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They cannot see.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A vessel carries the treasure.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A trophy displays the owner.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The sacred became decoration.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4ECDC"/>
                </a:solidFill>
                <a:latin typeface="Georgia"/>
              </a:rPr>
              <a:t>The room went silent.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DANIEL 5:5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A human hand.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No warning.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God who is spirit writes with fingers.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DANIEL 5:5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Opposite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the lampstand.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In the light, where no one could miss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DANIEL 5:6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His color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drained.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king’s body preached the truth.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room that owned the night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could not hold its king upright.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scale no gold could tip.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200" b="0">
                <a:solidFill>
                  <a:srgbClr val="C8A15E"/>
                </a:solidFill>
                <a:latin typeface="Georgia"/>
              </a:rPr>
              <a:t>TEKEL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weighed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and found wanting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The king had a thousand lords, the temple’s gold, and a title. On God’s scale, none of it had weight. The verdict was not “try harder.” It was “found wanting.”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All the gold in the room had no weight on that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The sentence was already written before the king knew his name was in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REFUSAL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prophet would not be bought.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“Let your gifts be for yourself... Nevertheless, I will read the writing.”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DANIEL 5:17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He refused the reward, not the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The word of God is not a product. The prophet is not a performer.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PURPLE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 price for the truth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DANIEL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nothing left to 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“Let your gifts be for yourself.” — Daniel 5:17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That very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the king was killed.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One verse for a funeral.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GOSPEL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COLOSSIANS 2:14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16233A"/>
                </a:solidFill>
                <a:latin typeface="Georgia"/>
              </a:rPr>
              <a:t>“This he set aside, nailing it to the cross.”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COLOSSIANS 2:14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35640" y="2487168"/>
            <a:ext cx="73152" cy="1024128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2898648"/>
            <a:ext cx="987552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sentence we deserved fell on him.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The verdict was not canceled; it was carried.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writing on the wall was a sentence. The writing on the cross is a pardon.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TRUE 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2 CORINTHIANS 5:21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6233A"/>
                </a:solidFill>
                <a:latin typeface="Georgia"/>
              </a:rPr>
              <a:t>“For our sake he made him to be sin who knew no sin.”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2 CORINTHIANS 5:21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King who had all weight became weightless for us.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In him, we are found.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scale did not go away. It went to the cross.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with the weight?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Stop decorating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with the sacred.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vessels were holy. The party was not. Do not use God’s things for your own glory.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Read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handwriting.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You already have warnings, Scripture, and consequences. Do not wait for a hand on the wall.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Do not buy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verdict.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Purple and gold cannot purchase truth. Come empty-handed.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Number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your 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party is not forever. Wisdom weighs the time it has.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The scale is not your neighbor’s life. It is the glory of God.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DANIEL 5:23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Come empty-handed.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Not clean up the party. Not buy the sentence. 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The writing on the wall was a sentence.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The writing on the cross is a pardon.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3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 writing on the wall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was a sentence.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The writing on the cross is a pardon.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Do not spend your one life decorating the wrong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Weightless King — Sermon Kit 3: Belshazzar</dc:title>
  <dc:subject>Sermon manuscript for Belshazzar, Sermon Kit 3</dc:subject>
  <dc:creator>Silenced Saints</dc:creator>
  <cp:keywords>Belshazzar, Daniel 5, writing on the wall, weighed and found wanting, Preach the Forgotten, Sermon Kit 3, preaching manuscript, Silenced Saints</cp:keywords>
  <dc:description>Editable preaching manuscript. ESV quotations. One-page outline and small-group guide sold separately in Sermon Kit 3.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