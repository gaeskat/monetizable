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kit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0"/>
            <a:ext cx="457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" y="493776"/>
            <a:ext cx="61904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8A15E"/>
                </a:solidFill>
                <a:latin typeface="Candara"/>
              </a:rPr>
              <a:t>SILENCED SAINTS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822960"/>
            <a:ext cx="61904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D8C5A1"/>
                </a:solidFill>
                <a:latin typeface="Candara"/>
              </a:rPr>
              <a:t>PREACH THE FORGOTTEN · SERMON KIT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755648"/>
            <a:ext cx="6766560" cy="2569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F4ECDC"/>
                </a:solidFill>
                <a:latin typeface="Georgia"/>
              </a:rPr>
              <a:t>The Book in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F4ECDC"/>
                </a:solidFill>
                <a:latin typeface="Georgia"/>
              </a:rPr>
              <a:t>the Rubble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4517136"/>
            <a:ext cx="619048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Huldah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5084064"/>
            <a:ext cx="61904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ECDC"/>
                </a:solidFill>
                <a:latin typeface="Candara"/>
              </a:rPr>
              <a:t>2 Kings 22:14–20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5870448"/>
            <a:ext cx="6190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9AB90"/>
                </a:solidFill>
                <a:latin typeface="Candara"/>
              </a:rPr>
              <a:t>A SERMON FOR THE PULPIT · 55–60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6153912"/>
            <a:ext cx="61904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F9AAB"/>
                </a:solidFill>
                <a:latin typeface="Candara"/>
              </a:rPr>
              <a:t>FIRST EDITION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01 · THE BIG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2 KINGS 22:14–20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1673352"/>
            <a:ext cx="10744200" cy="2496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>
                <a:solidFill>
                  <a:srgbClr val="F4ECDC"/>
                </a:solidFill>
                <a:latin typeface="Georgia"/>
              </a:rPr>
              <a:t>A book in the rubble.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>
                <a:solidFill>
                  <a:srgbClr val="F4ECDC"/>
                </a:solidFill>
                <a:latin typeface="Georgia"/>
              </a:rPr>
              <a:t>A king in tears.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>
                <a:solidFill>
                  <a:srgbClr val="F4ECDC"/>
                </a:solidFill>
                <a:latin typeface="Georgia"/>
              </a:rPr>
              <a:t>A nation on notice.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4398264"/>
            <a:ext cx="780897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9AB90"/>
                </a:solidFill>
                <a:latin typeface="Candara"/>
              </a:rPr>
              <a:t>The word that wounds is the word that heals.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02 · THE FIND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2 KINGS 22:3–11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The house of the LORD had a book it had forgotten.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Repaired.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 work goes 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3864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3864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3864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Found.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In the dust.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Humbled.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Clothes torn.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word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Read.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A nation on notice.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" y="4288536"/>
            <a:ext cx="10744200" cy="1216152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507992"/>
            <a:ext cx="1013155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233A"/>
                </a:solidFill>
                <a:latin typeface="Georgia"/>
              </a:rPr>
              <a:t>The book was in the house.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233A"/>
                </a:solidFill>
                <a:latin typeface="Georgia"/>
              </a:rPr>
              <a:t>The word was not in the heart.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5733288"/>
            <a:ext cx="780897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8A15E"/>
                </a:solidFill>
                <a:latin typeface="Candara"/>
              </a:rPr>
              <a:t>A routine repair became a national reckoning.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03 · THE DELEGATION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2 KINGS 22:12–14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4ECDC"/>
                </a:solidFill>
                <a:latin typeface="Georgia"/>
              </a:rPr>
              <a:t>Who do you send for when the book finds you?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810512"/>
            <a:ext cx="3429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057400"/>
            <a:ext cx="3429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8C5A1"/>
                </a:solidFill>
                <a:latin typeface="Candara"/>
              </a:rPr>
              <a:t>2 KINGS 22:12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340864"/>
            <a:ext cx="34290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Hilkiah.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C8A15E"/>
                </a:solidFill>
                <a:latin typeface="Georgia"/>
              </a:rPr>
              <a:t>The high priest.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73075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 keeper of the house.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9976" y="1810512"/>
            <a:ext cx="3429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9976" y="2057400"/>
            <a:ext cx="3429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8C5A1"/>
                </a:solidFill>
                <a:latin typeface="Candara"/>
              </a:rPr>
              <a:t>2 KINGS 22:12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2340864"/>
            <a:ext cx="34290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Shaphan.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C8A15E"/>
                </a:solidFill>
                <a:latin typeface="Georgia"/>
              </a:rPr>
              <a:t>The secretary.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373075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 king’s pen.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7575" y="1810512"/>
            <a:ext cx="3429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7575" y="2057400"/>
            <a:ext cx="3429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8C5A1"/>
                </a:solidFill>
                <a:latin typeface="Candara"/>
              </a:rPr>
              <a:t>2 KINGS 22:14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7575" y="2340864"/>
            <a:ext cx="34290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Huldah.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C8A15E"/>
                </a:solidFill>
                <a:latin typeface="Georgia"/>
              </a:rPr>
              <a:t>The prophetess.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7575" y="373075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 word of the LORD.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855464"/>
            <a:ext cx="1074420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Five men. One woman.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God spoke through the unexpected.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04 · THE PROPHETESS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2 KINGS 22:14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Five men went to the Second Quarter.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719072"/>
            <a:ext cx="4572000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200" b="0">
                <a:solidFill>
                  <a:srgbClr val="C8A15E"/>
                </a:solidFill>
                <a:latin typeface="Georgia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72000"/>
            <a:ext cx="437997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officials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84064"/>
            <a:ext cx="437997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9AB90"/>
                </a:solidFill>
                <a:latin typeface="Candara"/>
              </a:rPr>
              <a:t>to one prophetess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810512"/>
            <a:ext cx="5751576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ECDC"/>
                </a:solidFill>
                <a:latin typeface="Candara"/>
              </a:rPr>
              <a:t>The high priest, the secretary, the king’s servant, and two senior officials walked across the city to a woman who spoke for God. The word was not in the palace or the temple. It was in the newer part of town.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3712463"/>
            <a:ext cx="5751576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“Tell the man who sent you to me.”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5806440"/>
            <a:ext cx="95280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9AB90"/>
                </a:solidFill>
                <a:latin typeface="Georgia"/>
              </a:rPr>
              <a:t>The messenger is tested by the message.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05 · THE OBJECTION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2 KINGS 22:19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Is a tender heart enough?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719072"/>
            <a:ext cx="5138928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4ECDC"/>
                </a:solidFill>
                <a:latin typeface="Georgia"/>
              </a:rPr>
              <a:t>“I have the book. Isn’t that enough?”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3447288"/>
            <a:ext cx="51389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THE OBJECTION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91072" y="1810512"/>
            <a:ext cx="518464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8A15E"/>
                </a:solidFill>
                <a:latin typeface="Georgia"/>
              </a:rPr>
              <a:t>The book was in the house of the LORD, and the nation had forgotten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2971800"/>
            <a:ext cx="5184648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9AB90"/>
                </a:solidFill>
                <a:latin typeface="Candara"/>
              </a:rPr>
              <a:t>Hearing is not the same as obeying.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" y="3712463"/>
            <a:ext cx="5184648" cy="1901952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941063"/>
            <a:ext cx="46451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A5836"/>
                </a:solidFill>
                <a:latin typeface="Candara"/>
              </a:rPr>
              <a:t>THE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169663"/>
            <a:ext cx="4645152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16233A"/>
                </a:solidFill>
                <a:latin typeface="Georgia"/>
              </a:rPr>
              <a:t>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349240"/>
            <a:ext cx="46451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5836"/>
                </a:solidFill>
                <a:latin typeface="Candara"/>
              </a:rPr>
              <a:t>and read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3712463"/>
            <a:ext cx="5184648" cy="1901952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3941063"/>
            <a:ext cx="46451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A5836"/>
                </a:solidFill>
                <a:latin typeface="Candara"/>
              </a:rPr>
              <a:t>THE HEART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4169663"/>
            <a:ext cx="4645152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16233A"/>
                </a:solidFill>
                <a:latin typeface="Georgia"/>
              </a:rPr>
              <a:t>TENDER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5349240"/>
            <a:ext cx="46451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5836"/>
                </a:solidFill>
                <a:latin typeface="Candara"/>
              </a:rPr>
              <a:t>and humbled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5769864"/>
            <a:ext cx="10744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8C5A1"/>
                </a:solidFill>
                <a:latin typeface="Candara"/>
              </a:rPr>
              <a:t>God hears the heart that trembles at His word.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06 · THE 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2 KINGS 22:16–20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1810512"/>
            <a:ext cx="10744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7F8B9F"/>
                </a:solidFill>
                <a:latin typeface="Georgia"/>
              </a:rPr>
              <a:t>The judgment is certain.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044952"/>
            <a:ext cx="107442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C8A15E"/>
                </a:solidFill>
                <a:latin typeface="Georgia"/>
              </a:rPr>
              <a:t>The mercy is personal.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4663440"/>
            <a:ext cx="9052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9AB90"/>
                </a:solidFill>
                <a:latin typeface="Candara"/>
              </a:rPr>
              <a:t>Huldah did not soften the first or universalize the second.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07 · THE 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2 KINGS 22:19–20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" y="1143000"/>
            <a:ext cx="10744200" cy="2377440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527048"/>
            <a:ext cx="1013155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6233A"/>
                </a:solidFill>
                <a:latin typeface="Georgia"/>
              </a:rPr>
              <a:t>“Because your heart was tender and you humbled yourself before the LORD… I also have heard you, declares the LORD.”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587752"/>
            <a:ext cx="101315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A5836"/>
                </a:solidFill>
                <a:latin typeface="Candara"/>
              </a:rPr>
              <a:t>2 KINGS 22:19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35640" y="2487168"/>
            <a:ext cx="73152" cy="1024128"/>
          </a:xfrm>
          <a:prstGeom prst="rect">
            <a:avLst/>
          </a:prstGeom>
          <a:solidFill>
            <a:srgbClr val="C8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78440" y="2898648"/>
            <a:ext cx="987552" cy="73152"/>
          </a:xfrm>
          <a:prstGeom prst="rect">
            <a:avLst/>
          </a:prstGeom>
          <a:solidFill>
            <a:srgbClr val="C8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4096512"/>
            <a:ext cx="10744200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A tender heart.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A heard prayer.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5623560"/>
            <a:ext cx="90525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9AB90"/>
                </a:solidFill>
                <a:latin typeface="Candara"/>
              </a:rPr>
              <a:t>He was gathered before he saw the fall.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08 · THE GREATER 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GALATIANS 3:13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" y="1143000"/>
            <a:ext cx="10744200" cy="2377440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527048"/>
            <a:ext cx="1013155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6233A"/>
                </a:solidFill>
                <a:latin typeface="Georgia"/>
              </a:rPr>
              <a:t>“Christ redeemed us from the curse of the law by becoming a curse for us.”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587752"/>
            <a:ext cx="101315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A5836"/>
                </a:solidFill>
                <a:latin typeface="Candara"/>
              </a:rPr>
              <a:t>GALATIANS 3:13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4096512"/>
            <a:ext cx="10744200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Josiah reformed the nation.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Jesus took the curse.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5623560"/>
            <a:ext cx="90525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9AB90"/>
                </a:solidFill>
                <a:latin typeface="Candara"/>
              </a:rPr>
              <a:t>The law could not save. The King could.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09 · THE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FOUR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What do you do with a book that finds you?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810512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057400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Let the Word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wound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3008376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 verdict comes before the comfort.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1810512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4224" y="2057400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Bring your fear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to God.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3008376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Go where the word is spoken.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3813048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4059935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Do not despise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the messenger.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5010912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Test the message by the book.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813048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059935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Do the reform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He asks.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5010912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Grace first. Then obedience.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5907024"/>
            <a:ext cx="85770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8A15E"/>
                </a:solidFill>
                <a:latin typeface="Georgia"/>
              </a:rPr>
              <a:t>The reform is not the savior. The King 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10 · THE INVITATION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2 KINGS 22:20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1527048"/>
            <a:ext cx="10744200" cy="2093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F4ECDC"/>
                </a:solidFill>
                <a:latin typeface="Georgia"/>
              </a:rPr>
              <a:t>The book found Josiah.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" y="3904487"/>
            <a:ext cx="875995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8A15E"/>
                </a:solidFill>
                <a:latin typeface="Georgia"/>
              </a:rPr>
              <a:t>The King finds 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5024" y="5138928"/>
            <a:ext cx="952804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4ECDC"/>
                </a:solidFill>
                <a:latin typeface="Candara"/>
              </a:rPr>
              <a:t>Not with a list.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4ECDC"/>
                </a:solidFill>
                <a:latin typeface="Candara"/>
              </a:rPr>
              <a:t>With a cross.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kit-07.png"/>
          <p:cNvPicPr>
            <a:picLocks noChangeAspect="1"/>
          </p:cNvPicPr>
          <p:nvPr/>
        </p:nvPicPr>
        <p:blipFill>
          <a:blip r:embed="rId2"/>
          <a:srcRect l="31131" r="31131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423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35024" y="493776"/>
            <a:ext cx="9528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8A15E"/>
                </a:solidFill>
                <a:latin typeface="Candara"/>
              </a:rPr>
              <a:t>SILENCED SAINTS · PREACH THE FORGOTTEN · SERMON KIT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5024" y="1673352"/>
            <a:ext cx="952804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F4ECDC"/>
                </a:solidFill>
                <a:latin typeface="Georgia"/>
              </a:rPr>
              <a:t>The word that wounds.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F4ECDC"/>
                </a:solidFill>
                <a:latin typeface="Georgia"/>
              </a:rPr>
              <a:t>The King who heals.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5024" y="4251960"/>
            <a:ext cx="95280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8A15E"/>
                </a:solidFill>
                <a:latin typeface="Georgia"/>
              </a:rPr>
              <a:t>The book found Josiah. The King finds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4956048"/>
            <a:ext cx="9528048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4ECDC"/>
                </a:solidFill>
                <a:latin typeface="Candara"/>
              </a:rPr>
              <a:t>Go and live under the book.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153912"/>
            <a:ext cx="95280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F9AAB"/>
                </a:solidFill>
                <a:latin typeface="Candara"/>
              </a:rPr>
              <a:t>FIRST EDITION ·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Book in the Rubble — Sermon Kit 7: Huldah</dc:title>
  <dc:subject>Sermon manuscript for Huldah, Sermon Kit 7</dc:subject>
  <dc:creator>Silenced Saints</dc:creator>
  <cp:keywords>Huldah, 2 Kings 22, Josiah, Book of the Law, Second Quarter, tender heart, reform, sermon, preaching manuscript, Bible sermon, sermon outline, church, pastor, Old Testament, Silenced Saints</cp:keywords>
  <dc:description>Editable preaching manuscript. ESV quotations. One-page outline and small-group guide sold separately in Sermon Kit 7.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Sermon slides</cp:category>
</cp:coreProperties>
</file>